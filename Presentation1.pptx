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F90A2"/>
    <a:srgbClr val="7D8E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084687-F7E3-4A4F-9C7A-82D53548C1A0}" v="3" dt="2026-01-08T18:33:10.3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rtaza S. Fakhry" userId="4a645a4346dd3131" providerId="LiveId" clId="{8C6A3E02-4639-4091-A011-BAF6173B32F1}"/>
    <pc:docChg chg="undo custSel addSld delSld modSld">
      <pc:chgData name="Murtaza S. Fakhry" userId="4a645a4346dd3131" providerId="LiveId" clId="{8C6A3E02-4639-4091-A011-BAF6173B32F1}" dt="2026-01-08T18:33:36.956" v="73" actId="1076"/>
      <pc:docMkLst>
        <pc:docMk/>
      </pc:docMkLst>
      <pc:sldChg chg="del">
        <pc:chgData name="Murtaza S. Fakhry" userId="4a645a4346dd3131" providerId="LiveId" clId="{8C6A3E02-4639-4091-A011-BAF6173B32F1}" dt="2026-01-07T15:27:26.984" v="0" actId="47"/>
        <pc:sldMkLst>
          <pc:docMk/>
          <pc:sldMk cId="936886972" sldId="256"/>
        </pc:sldMkLst>
      </pc:sldChg>
      <pc:sldChg chg="addSp modSp mod">
        <pc:chgData name="Murtaza S. Fakhry" userId="4a645a4346dd3131" providerId="LiveId" clId="{8C6A3E02-4639-4091-A011-BAF6173B32F1}" dt="2026-01-08T17:28:36.801" v="28" actId="1076"/>
        <pc:sldMkLst>
          <pc:docMk/>
          <pc:sldMk cId="1756158525" sldId="257"/>
        </pc:sldMkLst>
        <pc:spChg chg="mod">
          <ac:chgData name="Murtaza S. Fakhry" userId="4a645a4346dd3131" providerId="LiveId" clId="{8C6A3E02-4639-4091-A011-BAF6173B32F1}" dt="2026-01-07T15:29:02.205" v="2" actId="207"/>
          <ac:spMkLst>
            <pc:docMk/>
            <pc:sldMk cId="1756158525" sldId="257"/>
            <ac:spMk id="5" creationId="{8C9CA23C-C469-EF06-FD89-C96BF1F2E58E}"/>
          </ac:spMkLst>
        </pc:spChg>
        <pc:spChg chg="mod">
          <ac:chgData name="Murtaza S. Fakhry" userId="4a645a4346dd3131" providerId="LiveId" clId="{8C6A3E02-4639-4091-A011-BAF6173B32F1}" dt="2026-01-07T15:29:02.205" v="2" actId="207"/>
          <ac:spMkLst>
            <pc:docMk/>
            <pc:sldMk cId="1756158525" sldId="257"/>
            <ac:spMk id="6" creationId="{DC7EAB8E-D6EB-3AD9-6CB8-2D4F237F5562}"/>
          </ac:spMkLst>
        </pc:spChg>
        <pc:spChg chg="mod">
          <ac:chgData name="Murtaza S. Fakhry" userId="4a645a4346dd3131" providerId="LiveId" clId="{8C6A3E02-4639-4091-A011-BAF6173B32F1}" dt="2026-01-07T15:29:02.205" v="2" actId="207"/>
          <ac:spMkLst>
            <pc:docMk/>
            <pc:sldMk cId="1756158525" sldId="257"/>
            <ac:spMk id="7" creationId="{9F23212A-DD94-EAEC-9BD4-7A0CB62F1D46}"/>
          </ac:spMkLst>
        </pc:spChg>
        <pc:spChg chg="mod">
          <ac:chgData name="Murtaza S. Fakhry" userId="4a645a4346dd3131" providerId="LiveId" clId="{8C6A3E02-4639-4091-A011-BAF6173B32F1}" dt="2026-01-07T15:29:02.205" v="2" actId="207"/>
          <ac:spMkLst>
            <pc:docMk/>
            <pc:sldMk cId="1756158525" sldId="257"/>
            <ac:spMk id="8" creationId="{3B76DFC2-7791-1FA6-912C-28E96F257435}"/>
          </ac:spMkLst>
        </pc:spChg>
        <pc:spChg chg="add mod">
          <ac:chgData name="Murtaza S. Fakhry" userId="4a645a4346dd3131" providerId="LiveId" clId="{8C6A3E02-4639-4091-A011-BAF6173B32F1}" dt="2026-01-08T17:28:36.801" v="28" actId="1076"/>
          <ac:spMkLst>
            <pc:docMk/>
            <pc:sldMk cId="1756158525" sldId="257"/>
            <ac:spMk id="9" creationId="{213522D4-904B-D3D4-5DAE-37D150DEB32E}"/>
          </ac:spMkLst>
        </pc:spChg>
      </pc:sldChg>
      <pc:sldChg chg="addSp delSp modSp add mod">
        <pc:chgData name="Murtaza S. Fakhry" userId="4a645a4346dd3131" providerId="LiveId" clId="{8C6A3E02-4639-4091-A011-BAF6173B32F1}" dt="2026-01-07T18:17:30.607" v="21" actId="478"/>
        <pc:sldMkLst>
          <pc:docMk/>
          <pc:sldMk cId="63569979" sldId="258"/>
        </pc:sldMkLst>
        <pc:spChg chg="del">
          <ac:chgData name="Murtaza S. Fakhry" userId="4a645a4346dd3131" providerId="LiveId" clId="{8C6A3E02-4639-4091-A011-BAF6173B32F1}" dt="2026-01-07T16:20:15.060" v="4" actId="478"/>
          <ac:spMkLst>
            <pc:docMk/>
            <pc:sldMk cId="63569979" sldId="258"/>
            <ac:spMk id="5" creationId="{51A7655E-088D-3F13-3C13-364D5331663D}"/>
          </ac:spMkLst>
        </pc:spChg>
        <pc:spChg chg="add del mod">
          <ac:chgData name="Murtaza S. Fakhry" userId="4a645a4346dd3131" providerId="LiveId" clId="{8C6A3E02-4639-4091-A011-BAF6173B32F1}" dt="2026-01-07T18:17:30.607" v="21" actId="478"/>
          <ac:spMkLst>
            <pc:docMk/>
            <pc:sldMk cId="63569979" sldId="258"/>
            <ac:spMk id="6" creationId="{44B5EB18-8D40-EFD3-8CF3-BE743F3D0C2C}"/>
          </ac:spMkLst>
        </pc:spChg>
        <pc:spChg chg="mod">
          <ac:chgData name="Murtaza S. Fakhry" userId="4a645a4346dd3131" providerId="LiveId" clId="{8C6A3E02-4639-4091-A011-BAF6173B32F1}" dt="2026-01-07T17:43:15.190" v="12" actId="14100"/>
          <ac:spMkLst>
            <pc:docMk/>
            <pc:sldMk cId="63569979" sldId="258"/>
            <ac:spMk id="7" creationId="{969D743D-5A27-8D8F-E9EB-9FB6DD7FC08B}"/>
          </ac:spMkLst>
        </pc:spChg>
        <pc:spChg chg="mod">
          <ac:chgData name="Murtaza S. Fakhry" userId="4a645a4346dd3131" providerId="LiveId" clId="{8C6A3E02-4639-4091-A011-BAF6173B32F1}" dt="2026-01-07T17:43:17.151" v="13" actId="14100"/>
          <ac:spMkLst>
            <pc:docMk/>
            <pc:sldMk cId="63569979" sldId="258"/>
            <ac:spMk id="8" creationId="{F721A153-E9CA-7F10-C9D5-A46998312256}"/>
          </ac:spMkLst>
        </pc:spChg>
      </pc:sldChg>
      <pc:sldChg chg="delSp add mod">
        <pc:chgData name="Murtaza S. Fakhry" userId="4a645a4346dd3131" providerId="LiveId" clId="{8C6A3E02-4639-4091-A011-BAF6173B32F1}" dt="2026-01-07T18:25:02.534" v="24" actId="478"/>
        <pc:sldMkLst>
          <pc:docMk/>
          <pc:sldMk cId="1244199912" sldId="259"/>
        </pc:sldMkLst>
        <pc:spChg chg="del">
          <ac:chgData name="Murtaza S. Fakhry" userId="4a645a4346dd3131" providerId="LiveId" clId="{8C6A3E02-4639-4091-A011-BAF6173B32F1}" dt="2026-01-07T18:25:02.272" v="23" actId="478"/>
          <ac:spMkLst>
            <pc:docMk/>
            <pc:sldMk cId="1244199912" sldId="259"/>
            <ac:spMk id="7" creationId="{6F00716B-A691-70A6-451C-8C58CFFEB2A8}"/>
          </ac:spMkLst>
        </pc:spChg>
        <pc:spChg chg="del">
          <ac:chgData name="Murtaza S. Fakhry" userId="4a645a4346dd3131" providerId="LiveId" clId="{8C6A3E02-4639-4091-A011-BAF6173B32F1}" dt="2026-01-07T18:25:02.534" v="24" actId="478"/>
          <ac:spMkLst>
            <pc:docMk/>
            <pc:sldMk cId="1244199912" sldId="259"/>
            <ac:spMk id="8" creationId="{D3F04001-9376-9302-B57B-C3931C5EF709}"/>
          </ac:spMkLst>
        </pc:spChg>
      </pc:sldChg>
      <pc:sldChg chg="addSp delSp modSp add mod">
        <pc:chgData name="Murtaza S. Fakhry" userId="4a645a4346dd3131" providerId="LiveId" clId="{8C6A3E02-4639-4091-A011-BAF6173B32F1}" dt="2026-01-08T18:33:36.956" v="73" actId="1076"/>
        <pc:sldMkLst>
          <pc:docMk/>
          <pc:sldMk cId="2222915691" sldId="260"/>
        </pc:sldMkLst>
        <pc:spChg chg="del">
          <ac:chgData name="Murtaza S. Fakhry" userId="4a645a4346dd3131" providerId="LiveId" clId="{8C6A3E02-4639-4091-A011-BAF6173B32F1}" dt="2026-01-08T18:19:18.097" v="30" actId="478"/>
          <ac:spMkLst>
            <pc:docMk/>
            <pc:sldMk cId="2222915691" sldId="260"/>
            <ac:spMk id="5" creationId="{02D2BE5E-4E87-D965-C129-32757AE8A16F}"/>
          </ac:spMkLst>
        </pc:spChg>
        <pc:spChg chg="add mod">
          <ac:chgData name="Murtaza S. Fakhry" userId="4a645a4346dd3131" providerId="LiveId" clId="{8C6A3E02-4639-4091-A011-BAF6173B32F1}" dt="2026-01-08T18:32:25.443" v="53" actId="14100"/>
          <ac:spMkLst>
            <pc:docMk/>
            <pc:sldMk cId="2222915691" sldId="260"/>
            <ac:spMk id="5" creationId="{35B4C059-9373-E9B2-389A-159FDBBB0DBD}"/>
          </ac:spMkLst>
        </pc:spChg>
        <pc:spChg chg="del mod">
          <ac:chgData name="Murtaza S. Fakhry" userId="4a645a4346dd3131" providerId="LiveId" clId="{8C6A3E02-4639-4091-A011-BAF6173B32F1}" dt="2026-01-08T18:33:23.440" v="71" actId="478"/>
          <ac:spMkLst>
            <pc:docMk/>
            <pc:sldMk cId="2222915691" sldId="260"/>
            <ac:spMk id="6" creationId="{79E68566-FFFE-C212-C886-B573917B6391}"/>
          </ac:spMkLst>
        </pc:spChg>
        <pc:spChg chg="del mod">
          <ac:chgData name="Murtaza S. Fakhry" userId="4a645a4346dd3131" providerId="LiveId" clId="{8C6A3E02-4639-4091-A011-BAF6173B32F1}" dt="2026-01-08T18:32:50.504" v="63" actId="478"/>
          <ac:spMkLst>
            <pc:docMk/>
            <pc:sldMk cId="2222915691" sldId="260"/>
            <ac:spMk id="7" creationId="{F46E6E15-A735-917C-849E-CCAD6CF7E391}"/>
          </ac:spMkLst>
        </pc:spChg>
        <pc:spChg chg="del">
          <ac:chgData name="Murtaza S. Fakhry" userId="4a645a4346dd3131" providerId="LiveId" clId="{8C6A3E02-4639-4091-A011-BAF6173B32F1}" dt="2026-01-08T18:19:28.438" v="33" actId="478"/>
          <ac:spMkLst>
            <pc:docMk/>
            <pc:sldMk cId="2222915691" sldId="260"/>
            <ac:spMk id="8" creationId="{65649F1D-6169-3E4D-98AC-C2E8A6D2290E}"/>
          </ac:spMkLst>
        </pc:spChg>
        <pc:spChg chg="add mod">
          <ac:chgData name="Murtaza S. Fakhry" userId="4a645a4346dd3131" providerId="LiveId" clId="{8C6A3E02-4639-4091-A011-BAF6173B32F1}" dt="2026-01-08T18:32:56.834" v="64" actId="1076"/>
          <ac:spMkLst>
            <pc:docMk/>
            <pc:sldMk cId="2222915691" sldId="260"/>
            <ac:spMk id="8" creationId="{FDA6F360-2EBE-1E1D-AF77-3B73E57B640E}"/>
          </ac:spMkLst>
        </pc:spChg>
        <pc:spChg chg="del mod">
          <ac:chgData name="Murtaza S. Fakhry" userId="4a645a4346dd3131" providerId="LiveId" clId="{8C6A3E02-4639-4091-A011-BAF6173B32F1}" dt="2026-01-08T18:32:14.870" v="51" actId="478"/>
          <ac:spMkLst>
            <pc:docMk/>
            <pc:sldMk cId="2222915691" sldId="260"/>
            <ac:spMk id="9" creationId="{F238F3A5-7933-0A9E-00BF-552AC4D1A53D}"/>
          </ac:spMkLst>
        </pc:spChg>
        <pc:spChg chg="add mod">
          <ac:chgData name="Murtaza S. Fakhry" userId="4a645a4346dd3131" providerId="LiveId" clId="{8C6A3E02-4639-4091-A011-BAF6173B32F1}" dt="2026-01-08T18:33:36.956" v="73" actId="1076"/>
          <ac:spMkLst>
            <pc:docMk/>
            <pc:sldMk cId="2222915691" sldId="260"/>
            <ac:spMk id="10" creationId="{6EC349BA-0F46-EE13-72EC-865E1422F24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338B4-CD38-25D6-3C6D-783ED9E45F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8D9372-A173-876F-B010-DEED56DCCF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C459A3-22C4-1309-728B-26FAA1C03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52AFE-1DC0-4133-89FD-61ED426586B6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4CAF20-9E96-317F-BC8C-25881FD41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ADD4DB-7733-05FB-E516-85B3076ED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CCAED-EFB6-4F8B-BB4B-EDF58D677D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4056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B5C9A-5F11-30BF-8008-BDB8C5038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1072C3-CB1B-D951-0164-18006083AF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CB48C-2427-FC53-B3E8-6E1F4CF2B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52AFE-1DC0-4133-89FD-61ED426586B6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FD00FE-EF38-1AB6-9563-BD9B371B2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C287A6-E950-7274-595A-56DC7BA97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CCAED-EFB6-4F8B-BB4B-EDF58D677D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933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CF65E-9628-DB68-44E9-B0A76183E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3B8103-708D-F655-0DA2-D20C891228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D0E9C-BF5E-B832-C015-94370895E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52AFE-1DC0-4133-89FD-61ED426586B6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9E90F2-B510-0806-96BD-3AC21CE36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7369C4-5CBF-6B78-6C53-D48227602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CCAED-EFB6-4F8B-BB4B-EDF58D677D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2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50A70-D566-D7FE-466A-D0D350A18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C9242-FF8C-7BFB-F032-8161F449AA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FF42D0-A812-6629-33E5-E2F509C980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8DF969-30DA-9756-E966-2F1271791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52AFE-1DC0-4133-89FD-61ED426586B6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ADBA55-8D86-698D-F4ED-F1C36BED3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8BEA6E-72BF-3748-2607-E8EEDFBF4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CCAED-EFB6-4F8B-BB4B-EDF58D677D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20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B517C-6FD5-337E-F5AA-1476A9DB4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FC507B-1F43-DC9F-0C5F-DE0F98761C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0643CE-C2D6-CF99-081F-4946142F5A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8F9CCB-EE21-9AC3-47C2-00E10AF537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811E60-6156-3307-3160-0C6B22A485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90B9DC-9EDE-3F7A-7012-97E27007C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52AFE-1DC0-4133-89FD-61ED426586B6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E1F75E-5F23-9220-2431-7D29D92D1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E35ADD-7585-B223-E26B-7CC5A303E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CCAED-EFB6-4F8B-BB4B-EDF58D677D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07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1A10E-E334-A9D4-A7B1-F8021CDE2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3D35E4-7B9B-3EA9-0E68-DF103695D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52AFE-1DC0-4133-89FD-61ED426586B6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A42ECC-7A2C-BB00-B3F1-17DAD149F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E3F9A7-1875-7F6E-C156-C99ACF7A9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CCAED-EFB6-4F8B-BB4B-EDF58D677D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099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7CDE59-5185-7563-F837-676D6A646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52AFE-1DC0-4133-89FD-61ED426586B6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F07C5E-B6A4-6D8D-CD23-6EB0876B4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E86DD0-B1CA-42C3-84BD-782482676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CCAED-EFB6-4F8B-BB4B-EDF58D677D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173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111EE-DC06-E9AB-6D19-592CC5BD8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C3E33D-BDE3-6D26-E7D9-491FA8D5B2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82A413-0CD3-EA57-7496-665134DBF3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58116D-3F55-0452-E711-DBE0FB859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52AFE-1DC0-4133-89FD-61ED426586B6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888AD8-6601-7404-6E3F-408D1519C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60A11D-C898-661D-4984-4969F8985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CCAED-EFB6-4F8B-BB4B-EDF58D677D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6825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64F05-8208-346A-1065-512E87D6C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5DD9A9-0D70-CC9B-09D7-373C603AB1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F2B00E-3E2C-FAEC-2D13-C126F7AF8E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A7CB15-95C8-D201-5CE6-E9C56C59E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52AFE-1DC0-4133-89FD-61ED426586B6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398EA0-5053-8B4E-6EEF-9960E29AA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3185CE-C449-267F-A5A7-B3DA6DCA2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CCAED-EFB6-4F8B-BB4B-EDF58D677D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499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0337C-2966-FE08-47D4-9FA0ADE85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8639DB-D1B9-962C-784A-6E62402703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8F766-6436-8851-2084-B52C6750F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52AFE-1DC0-4133-89FD-61ED426586B6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C7238B-1A78-D3BC-AA6F-0FE52AE43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3CE277-24E7-A079-2AAC-9E5692385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CCAED-EFB6-4F8B-BB4B-EDF58D677D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549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2F2F1B-CBEA-984F-8115-269F5A0CE6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71EEB5-96D6-313B-FFA0-5235436BA4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BC01C1-0395-6592-4D4B-61DAF110F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52AFE-1DC0-4133-89FD-61ED426586B6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AF083-2E9C-D263-06D8-9ED4D2404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8393EB-9AB5-3941-98B7-ECE9D49D6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CCAED-EFB6-4F8B-BB4B-EDF58D677D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846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FAEE6A-EF5D-3888-9E0E-D4F964C00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7F3E22-4544-912F-F201-BDF46035D9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9B8C4C-0EC9-E1BA-05FE-6F80BDC8C7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552AFE-1DC0-4133-89FD-61ED426586B6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93DA41-B714-D9D3-17DC-913DE2D49E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EA2409-D6AE-DCBA-57DB-42957571BF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5CCAED-EFB6-4F8B-BB4B-EDF58D677D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06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94AA2-06A7-0B2E-E99B-13858F856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D25125-011D-511B-2D8F-788948DBF9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B6C2C6-506A-8D10-7CFB-2B56DD3B919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C9CA23C-C469-EF06-FD89-C96BF1F2E58E}"/>
              </a:ext>
            </a:extLst>
          </p:cNvPr>
          <p:cNvSpPr/>
          <p:nvPr/>
        </p:nvSpPr>
        <p:spPr>
          <a:xfrm>
            <a:off x="235974" y="681037"/>
            <a:ext cx="2920181" cy="3215149"/>
          </a:xfrm>
          <a:prstGeom prst="roundRect">
            <a:avLst/>
          </a:prstGeom>
          <a:solidFill>
            <a:schemeClr val="tx2">
              <a:lumMod val="10000"/>
              <a:lumOff val="90000"/>
              <a:alpha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C7EAB8E-D6EB-3AD9-6CB8-2D4F237F5562}"/>
              </a:ext>
            </a:extLst>
          </p:cNvPr>
          <p:cNvSpPr/>
          <p:nvPr/>
        </p:nvSpPr>
        <p:spPr>
          <a:xfrm>
            <a:off x="9035847" y="681036"/>
            <a:ext cx="2920181" cy="3215149"/>
          </a:xfrm>
          <a:prstGeom prst="roundRect">
            <a:avLst/>
          </a:prstGeom>
          <a:solidFill>
            <a:schemeClr val="tx2">
              <a:lumMod val="10000"/>
              <a:lumOff val="90000"/>
              <a:alpha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F23212A-DD94-EAEC-9BD4-7A0CB62F1D46}"/>
              </a:ext>
            </a:extLst>
          </p:cNvPr>
          <p:cNvSpPr/>
          <p:nvPr/>
        </p:nvSpPr>
        <p:spPr>
          <a:xfrm>
            <a:off x="235972" y="4031123"/>
            <a:ext cx="6390970" cy="2625519"/>
          </a:xfrm>
          <a:prstGeom prst="roundRect">
            <a:avLst/>
          </a:prstGeom>
          <a:solidFill>
            <a:schemeClr val="tx2">
              <a:lumMod val="10000"/>
              <a:lumOff val="90000"/>
              <a:alpha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B76DFC2-7791-1FA6-912C-28E96F257435}"/>
              </a:ext>
            </a:extLst>
          </p:cNvPr>
          <p:cNvSpPr/>
          <p:nvPr/>
        </p:nvSpPr>
        <p:spPr>
          <a:xfrm>
            <a:off x="6705600" y="4031121"/>
            <a:ext cx="5250425" cy="2625519"/>
          </a:xfrm>
          <a:prstGeom prst="roundRect">
            <a:avLst/>
          </a:prstGeom>
          <a:solidFill>
            <a:schemeClr val="tx2">
              <a:lumMod val="10000"/>
              <a:lumOff val="90000"/>
              <a:alpha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13522D4-904B-D3D4-5DAE-37D150DEB32E}"/>
              </a:ext>
            </a:extLst>
          </p:cNvPr>
          <p:cNvSpPr/>
          <p:nvPr/>
        </p:nvSpPr>
        <p:spPr>
          <a:xfrm>
            <a:off x="3392129" y="681036"/>
            <a:ext cx="5407746" cy="3215145"/>
          </a:xfrm>
          <a:prstGeom prst="roundRect">
            <a:avLst/>
          </a:prstGeom>
          <a:solidFill>
            <a:schemeClr val="tx2">
              <a:lumMod val="10000"/>
              <a:lumOff val="90000"/>
              <a:alpha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1585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1B46E-AB7A-BD32-88B2-010DAB54D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C7738-9526-7C70-888C-7805E1EBF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C0A25B-6047-72AE-15CF-D970EFBE98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67365B-AE88-A25F-9C54-A8FC15DEAA7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B4C059-9373-E9B2-389A-159FDBBB0DBD}"/>
              </a:ext>
            </a:extLst>
          </p:cNvPr>
          <p:cNvSpPr/>
          <p:nvPr/>
        </p:nvSpPr>
        <p:spPr>
          <a:xfrm>
            <a:off x="235971" y="681036"/>
            <a:ext cx="7502016" cy="3215146"/>
          </a:xfrm>
          <a:prstGeom prst="rect">
            <a:avLst/>
          </a:prstGeom>
          <a:solidFill>
            <a:srgbClr val="7F90A2"/>
          </a:solidFill>
          <a:ln>
            <a:solidFill>
              <a:srgbClr val="7F90A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DA6F360-2EBE-1E1D-AF77-3B73E57B640E}"/>
              </a:ext>
            </a:extLst>
          </p:cNvPr>
          <p:cNvSpPr/>
          <p:nvPr/>
        </p:nvSpPr>
        <p:spPr>
          <a:xfrm>
            <a:off x="235972" y="4031119"/>
            <a:ext cx="7502015" cy="2461756"/>
          </a:xfrm>
          <a:prstGeom prst="rect">
            <a:avLst/>
          </a:prstGeom>
          <a:solidFill>
            <a:srgbClr val="7F90A2"/>
          </a:solidFill>
          <a:ln>
            <a:solidFill>
              <a:srgbClr val="7F90A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EC349BA-0F46-EE13-72EC-865E1422F24E}"/>
              </a:ext>
            </a:extLst>
          </p:cNvPr>
          <p:cNvSpPr/>
          <p:nvPr/>
        </p:nvSpPr>
        <p:spPr>
          <a:xfrm>
            <a:off x="7890381" y="681036"/>
            <a:ext cx="4073017" cy="5811839"/>
          </a:xfrm>
          <a:prstGeom prst="rect">
            <a:avLst/>
          </a:prstGeom>
          <a:solidFill>
            <a:srgbClr val="7F90A2"/>
          </a:solidFill>
          <a:ln>
            <a:solidFill>
              <a:srgbClr val="7F90A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9156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A8E6E-C618-90EF-2801-D026D229F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3DDF4-6CB2-F84A-5CD8-893F6E5A6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DE5450-0640-BA3E-EB0C-8C51018B49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F696F1-BF8F-CF3B-4147-34A41F21485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69D743D-5A27-8D8F-E9EB-9FB6DD7FC08B}"/>
              </a:ext>
            </a:extLst>
          </p:cNvPr>
          <p:cNvSpPr/>
          <p:nvPr/>
        </p:nvSpPr>
        <p:spPr>
          <a:xfrm>
            <a:off x="235975" y="4090219"/>
            <a:ext cx="6302476" cy="2566421"/>
          </a:xfrm>
          <a:prstGeom prst="roundRect">
            <a:avLst/>
          </a:prstGeom>
          <a:solidFill>
            <a:schemeClr val="tx2">
              <a:lumMod val="10000"/>
              <a:lumOff val="90000"/>
              <a:alpha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721A153-E9CA-7F10-C9D5-A46998312256}"/>
              </a:ext>
            </a:extLst>
          </p:cNvPr>
          <p:cNvSpPr/>
          <p:nvPr/>
        </p:nvSpPr>
        <p:spPr>
          <a:xfrm>
            <a:off x="6774426" y="4090219"/>
            <a:ext cx="5181599" cy="2566421"/>
          </a:xfrm>
          <a:prstGeom prst="roundRect">
            <a:avLst/>
          </a:prstGeom>
          <a:solidFill>
            <a:schemeClr val="tx2">
              <a:lumMod val="10000"/>
              <a:lumOff val="90000"/>
              <a:alpha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699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90BCE-36EF-CBCB-3544-B08B3B579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081F8-96F0-BCFD-527B-02D80F001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AD1D9F-66A2-1C78-9A2F-5D9C013EBD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BB6442-02DC-8CA8-F1E3-432C0644096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1999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Murtaza S. Fakhry</dc:creator>
  <cp:lastModifiedBy>Murtaza S. Fakhry</cp:lastModifiedBy>
  <cp:revision>1</cp:revision>
  <dcterms:created xsi:type="dcterms:W3CDTF">2026-01-07T14:36:24Z</dcterms:created>
  <dcterms:modified xsi:type="dcterms:W3CDTF">2026-01-08T18:33:40Z</dcterms:modified>
</cp:coreProperties>
</file>